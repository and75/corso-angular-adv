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10"/>
    <p:sldId id="258" r:id="rId16"/>
    <p:sldId id="259" r:id="rId9"/>
    <p:sldId id="260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21" Type="http://schemas.openxmlformats.org/officeDocument/2006/relationships/presProps" Target="presProps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4" Type="http://schemas.openxmlformats.org/officeDocument/2006/relationships/tableStyles" Target="tableStyles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9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Porcella" userId="d51ab12d-74cc-47e5-91c4-1b75f3606ced" providerId="ADAL" clId="{63AD62C6-9AAF-4CCB-A638-E6EE8EEE24EF}"/>
    <pc:docChg chg="modSld">
      <pc:chgData name="Andrea Porcella" userId="d51ab12d-74cc-47e5-91c4-1b75f3606ced" providerId="ADAL" clId="{63AD62C6-9AAF-4CCB-A638-E6EE8EEE24EF}" dt="2026-04-13T23:43:01.030" v="22" actId="20577"/>
      <pc:docMkLst>
        <pc:docMk/>
      </pc:docMkLst>
      <pc:sldChg chg="modSp mod">
        <pc:chgData name="Andrea Porcella" userId="d51ab12d-74cc-47e5-91c4-1b75f3606ced" providerId="ADAL" clId="{63AD62C6-9AAF-4CCB-A638-E6EE8EEE24EF}" dt="2026-04-13T23:43:01.030" v="22" actId="20577"/>
        <pc:sldMkLst>
          <pc:docMk/>
          <pc:sldMk cId="0" sldId="272"/>
        </pc:sldMkLst>
        <pc:spChg chg="mod">
          <ac:chgData name="Andrea Porcella" userId="d51ab12d-74cc-47e5-91c4-1b75f3606ced" providerId="ADAL" clId="{63AD62C6-9AAF-4CCB-A638-E6EE8EEE24EF}" dt="2026-04-13T23:43:01.030" v="22" actId="20577"/>
          <ac:spMkLst>
            <pc:docMk/>
            <pc:sldMk cId="0" sldId="272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8807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3 · GIORNO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554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26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3108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areas e loadChildren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routing e layout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Querystring: filtri e stato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 annidati e named outlet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914400"/>
            <a:ext cx="329184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0" y="2011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Angular 21 Avanzato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11480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3 — Routing Avanzato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37160"/>
            <a:ext cx="1554480" cy="2194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4320" y="4617720"/>
            <a:ext cx="256032" cy="256032"/>
          </a:xfrm>
          <a:prstGeom prst="ellipse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274320" y="4617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603504" y="4617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Porcella per OverNet Education  ·  ©2026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548640" y="457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914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admin lazy + querystring + named outlet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486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12:15–13:00  (45 min)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2011680"/>
            <a:ext cx="7772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1–2 — features/admin con loadChildren, AdminLayout + 3 children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3 — navigazione e redirect (rotte relative)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4 — AdminList con querystring (search + paginazione)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5 — named outlet panel con cart preview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37160"/>
            <a:ext cx="1554480" cy="2194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594360" y="3657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 Annidati e Named Outlet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4617720"/>
            <a:ext cx="256032" cy="256032"/>
          </a:xfrm>
          <a:prstGeom prst="ellipse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274320" y="4617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03504" y="4617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Porcella per OverNet Education  ·  ©2026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548640" y="1280160"/>
            <a:ext cx="4114800" cy="256032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685800" y="1353312"/>
            <a:ext cx="384048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admin-layout.html: outlet interno --&gt;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&lt;aside&gt;... sidebar ...&lt;/aside&gt;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&lt;router-outlet /&gt;  &lt;!-- children qui --&gt;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app.html: primario + named --&gt;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&lt;router-outlet /&gt;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&lt;router-outlet name="panel" /&gt;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rotta per il named outlet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path: 'cart',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component: CartSummary,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outlet: 'panel' }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vive accanto alla rotta primaria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937760" y="1280160"/>
            <a:ext cx="3840480" cy="2331720"/>
          </a:xfrm>
          <a:prstGeom prst="roundRect">
            <a:avLst>
              <a:gd name="adj" fmla="val 3922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5074920" y="1353312"/>
            <a:ext cx="3566160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aprire il pannello --&gt;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[routerLink]="[{ outlets: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{ panel: ['cart'] } }]"&gt;Carrello&lt;/a&gt;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chiudere --&gt;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[routerLink]="[{ outlets: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{ panel: null } }]"&gt;Chiudi&lt;/a&gt;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URL con outlet secondario: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/admin(panel:cart)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il pannello sopravvive alla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navigazione primaria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48640" y="3977640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FEBE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731520" y="39776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L'outlet interno del layout mostra i children; il named outlet 'panel' è una vista indipendente con il proprio URL — nel Lab 3 ospita la cart preview.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37160"/>
            <a:ext cx="1554480" cy="2194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594360" y="3657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Areas — loadChildren + Children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4617720"/>
            <a:ext cx="256032" cy="256032"/>
          </a:xfrm>
          <a:prstGeom prst="ellipse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274320" y="4617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03504" y="4617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Porcella per OverNet Education  ·  ©2026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548640" y="1280160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685800" y="1353312"/>
            <a:ext cx="384048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app.routes.ts — la rotta diventa lazy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path: 'admin',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canActivate: [authGuard],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loadChildren: () =&gt;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import('./features/admin/admin.routes'),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default export: tutto il file di rotte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viene splittato in un chunk separato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loadComponent: UN componente lazy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loadChildren: UNA feature intera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937760" y="128016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5074920" y="1353312"/>
            <a:ext cx="35661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features/admin/admin.routes.ts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[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{ path: '', component: AdminLayout,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children: [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{ path: '', component: AdminList },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{ path: 'products/:id/edit',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component: ProductFormPage },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] },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satisfies Routes;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48640" y="3474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loadChildren</a:t>
            </a: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carica una feature area intera, in lazy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children</a:t>
            </a: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rotte figlie renderizzate nell’outlet interno del layout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 export</a:t>
            </a: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il file di rotte è il contratto della feature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37160"/>
            <a:ext cx="1554480" cy="2194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594360" y="3657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Querystring — Filtri e Stato della Vista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4617720"/>
            <a:ext cx="256032" cy="256032"/>
          </a:xfrm>
          <a:prstGeom prst="ellipse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274320" y="4617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03504" y="4617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Porcella per OverNet Education  ·  ©2026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548640" y="1280160"/>
            <a:ext cx="4572000" cy="2651760"/>
          </a:xfrm>
          <a:prstGeom prst="roundRect">
            <a:avLst>
              <a:gd name="adj" fmla="val 3448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685800" y="1353312"/>
            <a:ext cx="429768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scrivere la querystring (search box)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router.navigate([], {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queryParams: { q: term, page: 1 },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queryParamsHandling: 'merge',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leggere (reattivo)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route.queryParamMap.subscribe(p =&gt; {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this.q.set(p.get('q') ?? '');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this.page.set(+(p.get('page') ?? 1));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URL: /admin?q=mac&amp;page=2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condivisibile e ripristinabile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394960" y="128016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 vs querystring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:id identifica la risorsa; ?q= è lo stato della vista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queryParamsHandling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'merge' preserva gli altri parametri nell'URL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condivisibile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Aprendo il link, filtro e pagina sono ripristinati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 Lab 3: search + paginazione su AdminList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2033</Words>
  <Application>Microsoft Office PowerPoint</Application>
  <PresentationFormat>Presentazione su schermo (16:9)</PresentationFormat>
  <Paragraphs>352</Paragraphs>
  <Slides>18</Slides>
  <Notes>18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2" baseType="lpstr">
      <vt:lpstr>Arial</vt:lpstr>
      <vt:lpstr>Calibri</vt:lpstr>
      <vt:lpstr>Courier New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Andrea Porcella</cp:lastModifiedBy>
  <cp:revision>1</cp:revision>
  <dcterms:created xsi:type="dcterms:W3CDTF">2026-04-13T23:38:32Z</dcterms:created>
  <dcterms:modified xsi:type="dcterms:W3CDTF">2026-04-13T23:43:06Z</dcterms:modified>
</cp:coreProperties>
</file>