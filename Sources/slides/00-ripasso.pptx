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4" r:id="rId26"/>
    <p:sldId id="275" r:id="rId27"/>
    <p:sldId id="259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4" Type="http://schemas.openxmlformats.org/officeDocument/2006/relationships/slide" Target="slides/slide3.xml"/><Relationship Id="rId22" Type="http://schemas.openxmlformats.org/officeDocument/2006/relationships/viewProps" Target="viewProps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orcella" userId="d51ab12d-74cc-47e5-91c4-1b75f3606ced" providerId="ADAL" clId="{63AD62C6-9AAF-4CCB-A638-E6EE8EEE24EF}"/>
    <pc:docChg chg="modSld">
      <pc:chgData name="Andrea Porcella" userId="d51ab12d-74cc-47e5-91c4-1b75f3606ced" providerId="ADAL" clId="{63AD62C6-9AAF-4CCB-A638-E6EE8EEE24EF}" dt="2026-04-13T23:43:01.030" v="22" actId="20577"/>
      <pc:docMkLst>
        <pc:docMk/>
      </pc:docMkLst>
      <pc:sldChg chg="modSp mod">
        <pc:chgData name="Andrea Porcella" userId="d51ab12d-74cc-47e5-91c4-1b75f3606ced" providerId="ADAL" clId="{63AD62C6-9AAF-4CCB-A638-E6EE8EEE24EF}" dt="2026-04-13T23:43:01.030" v="22" actId="20577"/>
        <pc:sldMkLst>
          <pc:docMk/>
          <pc:sldMk cId="0" sldId="272"/>
        </pc:sldMkLst>
        <pc:spChg chg="mod">
          <ac:chgData name="Andrea Porcella" userId="d51ab12d-74cc-47e5-91c4-1b75f3606ced" providerId="ADAL" clId="{63AD62C6-9AAF-4CCB-A638-E6EE8EEE24EF}" dt="2026-04-13T23:43:01.030" v="22" actId="20577"/>
          <ac:spMkLst>
            <pc:docMk/>
            <pc:sldMk cId="0" sldId="27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80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0 · GIORNO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Ripasso Ponte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Corso Base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Standalone, DI e inject()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e RxJS base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e API REST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lazy loading e guard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 e ng-content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329184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Angular 21 Avanzato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0 — Ripasso Ponte dal Corso Base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 Corso — 3 Giornate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Giorno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Ripasso ponte + Componenti avanzati (Mod 0–1)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Giorno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ripasso · Routing avanzato · Interceptors (Mod 2–4)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Giorno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Librerie Angular + SSR capstone (Mod 5–6)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Progetto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Catalog del corso base → versione 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Benvenuti — Da Dove Partiamo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Product Catalog del corso base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+ ProductService — API REST con json-server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lazy — home, dettaglio, admin, login + guard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con signals + checkout con Reactive Forms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Direttive, pipe e validatori custom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progetto finito del corso da 72 ore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corso avanzato lo facciamo evolvere verso il livello enterprise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0" y="12801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Lavoreremo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ancorata ai file reali del progetto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incrementali: starter con TODO + solution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cresce modulo dopo modulo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continua: ng build + ng test</a:t>
            </a: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termine: Product Catalog enterprise — admin, auth, libreria ui-kit, SSR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79476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731520" y="37947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Setup: npm install &amp;&amp; ng serve nella cartella del progetto — si parte da qui nel Lab 0.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mini-esercizio di ripasso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11:00–11:30  (30 min)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e ng serve — il catalogo del corso base parte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del codice: services/, app.routes.ts, pages/, components/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 — inject(ProductService) nel componente header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 — subscribe a getProducts() e mostra il numero di prodotti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Ripasso Ponte — i 5 Temi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→ dove lo estendiamo nel corso avanzato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Standalone, DI e inject() → host directives e componenti dinamici (Mod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Observable e RxJS → Subject / BehaviorSubject (Mod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HttpClient → interceptors (Mod 4) e TransferState in SSR (Mod 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e lazy loading → children routing, loadChildren, outlet (Mod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 Forms e ng-content → mini-lab form (Mod 2) e multi-slot (Mod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Giornata 1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Attività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09:00–09:15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Apertura e setup del progetto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09:15–10:45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Ripasso ponte — schede 01–05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10:45–11:00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 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b="1"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11:00–11:30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b="1"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0 — setup + mini-esercizio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11:30–13:00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 1 — multi-slot, ng-template, componenti dinamici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13:00–14:00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Pranzo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14:00–14:30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 1 — host directives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b="1"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14:30–15:30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b="1"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 — ProductCard multi-slot + quick-view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15:45–16:15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 1 — libreria legacy + Subject/BehaviorSubject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16:15–16:50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2 — NotificationService + carousel Splide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2033</Words>
  <Application>Microsoft Office PowerPoint</Application>
  <PresentationFormat>Presentazione su schermo (16:9)</PresentationFormat>
  <Paragraphs>352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Andrea Porcella</cp:lastModifiedBy>
  <cp:revision>1</cp:revision>
  <dcterms:created xsi:type="dcterms:W3CDTF">2026-04-13T23:38:32Z</dcterms:created>
  <dcterms:modified xsi:type="dcterms:W3CDTF">2026-04-13T23:43:06Z</dcterms:modified>
</cp:coreProperties>
</file>