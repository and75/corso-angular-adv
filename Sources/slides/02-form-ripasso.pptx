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4"/>
    <p:sldId id="258" r:id="rId16"/>
    <p:sldId id="259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21" Type="http://schemas.openxmlformats.org/officeDocument/2006/relationships/presProps" Target="presProps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4" Type="http://schemas.openxmlformats.org/officeDocument/2006/relationships/tableStyles" Target="tableStyles.xml"/><Relationship Id="rId23" Type="http://schemas.openxmlformats.org/officeDocument/2006/relationships/theme" Target="theme/theme1.xml"/><Relationship Id="rId4" Type="http://schemas.openxmlformats.org/officeDocument/2006/relationships/slide" Target="slides/slide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Porcella" userId="d51ab12d-74cc-47e5-91c4-1b75f3606ced" providerId="ADAL" clId="{63AD62C6-9AAF-4CCB-A638-E6EE8EEE24EF}"/>
    <pc:docChg chg="modSld">
      <pc:chgData name="Andrea Porcella" userId="d51ab12d-74cc-47e5-91c4-1b75f3606ced" providerId="ADAL" clId="{63AD62C6-9AAF-4CCB-A638-E6EE8EEE24EF}" dt="2026-04-13T23:43:01.030" v="22" actId="20577"/>
      <pc:docMkLst>
        <pc:docMk/>
      </pc:docMkLst>
      <pc:sldChg chg="modSp mod">
        <pc:chgData name="Andrea Porcella" userId="d51ab12d-74cc-47e5-91c4-1b75f3606ced" providerId="ADAL" clId="{63AD62C6-9AAF-4CCB-A638-E6EE8EEE24EF}" dt="2026-04-13T23:43:01.030" v="22" actId="20577"/>
        <pc:sldMkLst>
          <pc:docMk/>
          <pc:sldMk cId="0" sldId="272"/>
        </pc:sldMkLst>
        <pc:spChg chg="mod">
          <ac:chgData name="Andrea Porcella" userId="d51ab12d-74cc-47e5-91c4-1b75f3606ced" providerId="ADAL" clId="{63AD62C6-9AAF-4CCB-A638-E6EE8EEE24EF}" dt="2026-04-13T23:43:01.030" v="22" actId="20577"/>
          <ac:spMkLst>
            <pc:docMk/>
            <pc:sldMk cId="0" sldId="272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8807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4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2 · GIORNO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5544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Dinamiche</a:t>
            </a:r>
            <a:endParaRPr lang="en-US" sz="26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Ripasso Veloce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3108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FormBuilder e typed forms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custom (factory)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Cross-field e async validator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Mini-lab sul product-form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914400"/>
            <a:ext cx="329184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0" y="2011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Angular 21 Avanzato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11480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2 — Form: Ripasso Veloce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37160"/>
            <a:ext cx="1554480" cy="2194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594360" y="3657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Form nel Progetto + valueChanges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4617720"/>
            <a:ext cx="256032" cy="256032"/>
          </a:xfrm>
          <a:prstGeom prst="ellipse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274320" y="4617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03504" y="4617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Porcella per OverNet Education  ·  ©2026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548640" y="128016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 sono i form</a:t>
            </a:r>
            <a:endParaRPr lang="en-US" sz="1200" dirty="0"/>
          </a:p>
          <a:p>
            <a:pPr marL="0" indent="0">
              <a:lnSpc>
                <a:spcPts val="14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pages/checkout — il form del cliente (dal base)</a:t>
            </a:r>
            <a:endParaRPr lang="en-US" sz="1200" dirty="0"/>
          </a:p>
          <a:p>
            <a:pPr marL="0" indent="0">
              <a:lnSpc>
                <a:spcPts val="14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pages/product-form — il CRUD admin (bersaglio del mini-lab)</a:t>
            </a:r>
            <a:endParaRPr lang="en-US" sz="1200" dirty="0"/>
          </a:p>
          <a:p>
            <a:pPr marL="0" indent="0">
              <a:lnSpc>
                <a:spcPts val="14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validators/product.validators.ts — i validator custom</a:t>
            </a:r>
            <a:endParaRPr lang="en-US" sz="1200" dirty="0"/>
          </a:p>
          <a:p>
            <a:pPr marL="0" indent="0">
              <a:lnSpc>
                <a:spcPts val="14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Forms: fb.group tipizzato (Angular 21)</a:t>
            </a:r>
            <a:endParaRPr lang="en-US" sz="1200" dirty="0"/>
          </a:p>
          <a:p>
            <a:pPr marL="0" indent="0">
              <a:lnSpc>
                <a:spcPts val="14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Stato: touched, dirty, invalid, pending</a:t>
            </a:r>
            <a:endParaRPr lang="en-US" sz="1200" dirty="0"/>
          </a:p>
          <a:p>
            <a:pPr marL="0" indent="0">
              <a:lnSpc>
                <a:spcPts val="14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valueChanges: reagire ai cambiamenti (Observable)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937760" y="128016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Errori comuni (recap)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cross-field messo sul campo invece che sul group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validator senza debounce: server bombardato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 mostrato durante pending (flash) — controllare .pending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Dimenticare markAllAsTouched al submit</a:t>
            </a:r>
            <a:endParaRPr lang="en-US" sz="1200" dirty="0"/>
          </a:p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termine: pronti per il mini-lab e per l'area admin (Mod 3)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79476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FFEBE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731520" y="37947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Ripasso veloce: la teoria completa è nelle schede G4 del corso base — qui contano i 3 pattern di validazione.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37160"/>
            <a:ext cx="1554480" cy="2194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4320" y="4617720"/>
            <a:ext cx="256032" cy="256032"/>
          </a:xfrm>
          <a:prstGeom prst="ellipse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274320" y="4617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603504" y="4617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Porcella per OverNet Education  ·  ©2026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548640" y="457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MINI-LAB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9144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Validatori cross-field + async sul product-form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4864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10:00–10:30  (30 min)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2011680"/>
            <a:ext cx="7772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1 — cross-field: se "Disponibile", descrizione di almeno 20 caratteri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2 — async: nome prodotto univoco (timer 400ms + switchMap, pending)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funzioni esportate in validators/product.validators.ts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Verifica: ng build + ng test su product-catalog-finale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37160"/>
            <a:ext cx="1554480" cy="2194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502920"/>
            <a:ext cx="54864" cy="50292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594360" y="3657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Validazione: i 3 Pattern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4617720"/>
            <a:ext cx="256032" cy="256032"/>
          </a:xfrm>
          <a:prstGeom prst="ellipse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274320" y="4617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03504" y="4617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Porcella per OverNet Education  ·  ©2026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548640" y="1280160"/>
            <a:ext cx="4572000" cy="2651760"/>
          </a:xfrm>
          <a:prstGeom prst="roundRect">
            <a:avLst>
              <a:gd name="adj" fmla="val 3448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685800" y="1353312"/>
            <a:ext cx="429768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cross-field: sul GROUP, non sul campo</a:t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detailedDescriptionIfAvailable()</a:t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: ValidatorFn {</a:t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return (group) =&gt; {</a:t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const ok = !group.get('available')?.value</a:t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|| (group.get('description')?.value ?? '')</a:t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.length &gt;= 20;</a:t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return ok ? null</a:t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: { detailedDescriptionRequired: true };</a:t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};</a:t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async: debounce + server</a:t>
            </a:r>
            <a:endParaRPr lang="en-US" sz="8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timer(400) → switchMap(checkName) → map(...)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394960" y="128016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1 — Factory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ValidatorFn parametrico: forbiddenWordsValidator (dal base)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2 — Cross-field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applica al fb.group (secondo argomento); errore sul gruppo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3 — Async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AsyncValidatorFn: timer(400) + switchMap; stato pending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 mini-lab li applichi al product-form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2033</Words>
  <Application>Microsoft Office PowerPoint</Application>
  <PresentationFormat>Presentazione su schermo (16:9)</PresentationFormat>
  <Paragraphs>352</Paragraphs>
  <Slides>18</Slides>
  <Notes>18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18</vt:i4>
      </vt:variant>
    </vt:vector>
  </HeadingPairs>
  <TitlesOfParts>
    <vt:vector size="22" baseType="lpstr">
      <vt:lpstr>Arial</vt:lpstr>
      <vt:lpstr>Calibri</vt:lpstr>
      <vt:lpstr>Courier New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Andrea Porcella</cp:lastModifiedBy>
  <cp:revision>1</cp:revision>
  <dcterms:created xsi:type="dcterms:W3CDTF">2026-04-13T23:38:32Z</dcterms:created>
  <dcterms:modified xsi:type="dcterms:W3CDTF">2026-04-13T23:43:06Z</dcterms:modified>
</cp:coreProperties>
</file>