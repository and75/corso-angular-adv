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AVANZATO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giorni · Componenti avanzati · RxJS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· Librerie · SSR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incrementale (dal corso base)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329184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Angular 21 Avanzato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Corso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Corso in Sintesi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94360" y="1280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508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giorni × 8 ore (09:00–17:00)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2039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Sviluppatori che hanno completato il corso base (o equivalente)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2340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25694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(standalone, signals, functional APIs)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2871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3099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teoria + ~50% laboratorio pratico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" y="3630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"Product Catalog" del corso base → versione enterprise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Prerequisiti e Strumenti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Argomenti del corso base: standalone, DI, HttpClient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con lazy loading, Reactive Forms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Observable/RxJS di base, signals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(tipi, interfacce, generics)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6459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20+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CLI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+ estensioni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json-server + json-server-auth (API mock + JWT)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Verdaccio (registry npm locale, per il publish)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Panoramica dei 3 Giorni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79552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754880"/>
                <a:gridCol w="1234440"/>
                <a:gridCol w="1234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Principale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Ripasso ponte + Componenti avanzati (multi-slot, dinamici, legacy, Subject)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(ripasso), Routing avanzato, Interceptors e auth 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Librerie (ui-kit + npm) e SSR capstone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1 — Ripasso e Componenti Avanzati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Mattina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Ripasso ponte: standalone/DI, RxJS, HttpClient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lazy, Reactive Forms, ng-content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multi-slot e ng-template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2801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Pomeriggio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dinamici e host directives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 legacy: Splide + NgZone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/ BehaviorSubject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EBE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0–2  ·  Quick-view dinamico, toast e carousel sul catalogo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2 — Form, Routing e Interceptors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Mattina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Ripasso Reactive Forms + mini-lab validatori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areas: children routing, loadChildren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Querystring, outlet annidati e named outlet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2801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Pomeriggio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Interceptors: error handling e retry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JWT (json-server-auth)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per utente e ruolo (roleGuard)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EBE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Mini-lab + Lab 3–4  ·  Area admin lazy, protetta da token e ruolo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3 — Librerie e SSR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Mattina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generate library: workspace e ng-packagr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public-api, versioning, peerDependencies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su registry npm (Verdaccio)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2801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Pomeriggio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SSR: ng add @angular/ssr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TransferState, codice browser-only, hydration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Meta/SEO e run del server Node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EBE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5–6  ·  Libreria ui-kit + SSR capstone sul Product Catalog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Progetto: Product Catalog Enterprise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94360" y="128016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B71C1C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80160" y="1280160"/>
            <a:ext cx="740664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</p:sp>
      <p:sp>
        <p:nvSpPr>
          <p:cNvPr id="11" name="Text 8"/>
          <p:cNvSpPr/>
          <p:nvPr/>
        </p:nvSpPr>
        <p:spPr>
          <a:xfrm>
            <a:off x="1417320" y="12801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Quick-view dinamico, toast (BehaviorSubject), carousel Splide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192024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B7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1920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280160" y="1920240"/>
            <a:ext cx="7406640" cy="41148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1417320" y="19202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Area admin lazy (children), auth JWT con ruoli, interceptors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25603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B71C1C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2560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280160" y="2560320"/>
            <a:ext cx="740664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</p:sp>
      <p:sp>
        <p:nvSpPr>
          <p:cNvPr id="19" name="Text 16"/>
          <p:cNvSpPr/>
          <p:nvPr/>
        </p:nvSpPr>
        <p:spPr>
          <a:xfrm>
            <a:off x="1417320" y="2560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Libreria ui-kit pubblicata su npm, SSR con hydration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320040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B71C1C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00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280160" y="3200400"/>
            <a:ext cx="7406640" cy="41148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/>
        </p:spPr>
      </p:sp>
      <p:sp>
        <p:nvSpPr>
          <p:cNvPr id="23" name="Text 20"/>
          <p:cNvSpPr/>
          <p:nvPr/>
        </p:nvSpPr>
        <p:spPr>
          <a:xfrm>
            <a:off x="1417320" y="32004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Risultato: la versione enterprise del catalogo del corso base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" y="23591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" y="2999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94360" y="3886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modulo estende il progetto del corso base — il seme resta intatto, l'app evolve.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Didattica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+ Demo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Spiegazione concettuale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del docente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di riferimento con link alla didattica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34290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29000" y="17373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guidati + capstone SSR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con TODO + solution commentata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 completa disponibile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17373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Schede di teoria per ogni modulo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studente e docente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file commentati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Avanzato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9436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funzionali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1280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withInterceptors — auth, errori e retry trasversali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609344"/>
            <a:ext cx="795528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/ BehaviorSubject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0" y="1737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Comunicazione tra componenti e stato reattivo con RxJS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2066544"/>
            <a:ext cx="795528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194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dinamici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0" y="21945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createComponent + host directives — composizione a runtime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523744"/>
            <a:ext cx="795528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enterprise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00400" y="2651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loadChildren, children routing, querystring, named outlet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2980944"/>
            <a:ext cx="795528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108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Librerie + ng-packagr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00400" y="3108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ui-kit condivisa via npm (Verdaccio in aula)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4360" y="3438144"/>
            <a:ext cx="795528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356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+ Hydration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200400" y="3566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add @angular/ssr, TransferState, SEO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Saprai Fare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94360" y="12801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Comporre componenti con projection multi-slot e ng-template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componenti dinamici e host directives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librerie JavaScript legacy con NgZone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Comunicare tra componenti con Subject/BehaviorSubject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46320" y="12801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Strutturare routing enterprise: aree lazy, children, ruoli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Proteggere le API con interceptors e JWT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e pubblicare una libreria Angular su npm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Abilitare SSR con hydration e TransferState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 e Prossimi Passi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angular.dev — Documentazione ufficiale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Blog — Novità e release notes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— rxjs.dev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Documentazione npm e Verdaccio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6459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(NgRx / SignalStore)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 / CDK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 e Module Federation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avanzato (Cypress / Playwright)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7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457200"/>
            <a:ext cx="292608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Angular 21 Avanzato — 3 Giorni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2026-04-13T17:30:57Z</dcterms:created>
  <dcterms:modified xsi:type="dcterms:W3CDTF">2026-04-13T17:30:57Z</dcterms:modified>
</cp:coreProperties>
</file>